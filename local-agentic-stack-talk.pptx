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6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2802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pitch line, then go straight to the live cold-open demo. Everything after that is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parts, and people conflate them constantly. Come back to this table between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machines. One HTTP call and one SSH session hold the whole thing together. Point at whichever box the live demo is touching. Colour code: blue laptop, green 5090, amber Rocky — same colours as the terminal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this early — most of the room has used Claude Code or seen it, and they will make the comparison silently otherwise.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the repo URL up for at least five seconds, and pin it in the description and the first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2344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4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AGENTIC STACK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1691640"/>
            <a:ext cx="10332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30B model on hardware I own</a:t>
            </a:r>
            <a:endParaRPr lang="en-US" sz="4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can log into my servers.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3611880"/>
            <a:ext cx="10332720" cy="1234440"/>
          </a:xfrm>
          <a:prstGeom prst="roundRect">
            <a:avLst>
              <a:gd name="adj" fmla="val 6667"/>
            </a:avLst>
          </a:prstGeom>
          <a:solidFill>
            <a:srgbClr val="141B2B"/>
          </a:solidFill>
          <a:ln w="1905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1280160" y="361188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SSH into my servers, search the live internet, install software and fix things — </a:t>
            </a:r>
            <a:r>
              <a:rPr lang="en-US" sz="19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me approving every command. No API key. Nothing leaves my network.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914400" y="516636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914400" y="516636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· macOS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063240" y="516636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3063240" y="516636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5090 · .194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212080" y="516636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5212080" y="516636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Rocky · .101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58064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github.com/mcropsey/local-5090-llm-agent-setup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66928" y="384048"/>
            <a:ext cx="1991563" cy="310896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566928" y="384048"/>
            <a:ext cx="199156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MENTAL MODEL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786384"/>
            <a:ext cx="110578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parts. People conflate them constantly.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4447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stack — mine, Claude Code, anyone's — is these same four pieces.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66928" y="2148840"/>
            <a:ext cx="2531288" cy="2743200"/>
          </a:xfrm>
          <a:prstGeom prst="roundRect">
            <a:avLst>
              <a:gd name="adj" fmla="val 3251"/>
            </a:avLst>
          </a:prstGeom>
          <a:solidFill>
            <a:srgbClr val="141B2B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59536" y="2395728"/>
            <a:ext cx="310896" cy="310896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859536" y="2834640"/>
            <a:ext cx="1946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200400"/>
            <a:ext cx="194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4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1946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Qwen3-Coder 30B-A3B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4297680"/>
            <a:ext cx="1946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on  5090 box · .194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409112" y="2148840"/>
            <a:ext cx="2531288" cy="2743200"/>
          </a:xfrm>
          <a:prstGeom prst="roundRect">
            <a:avLst>
              <a:gd name="adj" fmla="val 3251"/>
            </a:avLst>
          </a:prstGeom>
          <a:solidFill>
            <a:srgbClr val="141B2B"/>
          </a:solidFill>
          <a:ln w="12700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701720" y="2395728"/>
            <a:ext cx="310896" cy="310896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3701720" y="2834640"/>
            <a:ext cx="1946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EA8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3701720" y="3200400"/>
            <a:ext cx="194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4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701720" y="3566160"/>
            <a:ext cx="1946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701720" y="4297680"/>
            <a:ext cx="1946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on  Laptop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251296" y="2148840"/>
            <a:ext cx="2531288" cy="2743200"/>
          </a:xfrm>
          <a:prstGeom prst="roundRect">
            <a:avLst>
              <a:gd name="adj" fmla="val 3251"/>
            </a:avLst>
          </a:prstGeom>
          <a:solidFill>
            <a:srgbClr val="141B2B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6543904" y="2395728"/>
            <a:ext cx="310896" cy="31089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6543904" y="2834640"/>
            <a:ext cx="1946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543904" y="3200400"/>
            <a:ext cx="194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4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43904" y="3566160"/>
            <a:ext cx="1946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SearXNG via MCP, bash, SSH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543904" y="4297680"/>
            <a:ext cx="1946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on  Laptop → .101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93479" y="2148840"/>
            <a:ext cx="2531288" cy="2743200"/>
          </a:xfrm>
          <a:prstGeom prst="roundRect">
            <a:avLst>
              <a:gd name="adj" fmla="val 3251"/>
            </a:avLst>
          </a:prstGeom>
          <a:solidFill>
            <a:srgbClr val="141B2B"/>
          </a:solidFill>
          <a:ln w="12700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9386087" y="2395728"/>
            <a:ext cx="310896" cy="310896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9386087" y="2834640"/>
            <a:ext cx="1946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EA8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PERSONALITY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9386087" y="3200400"/>
            <a:ext cx="194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4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instructions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386087" y="3566160"/>
            <a:ext cx="1946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386087" y="4297680"/>
            <a:ext cx="1946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on  Laptop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5074920"/>
            <a:ext cx="11057839" cy="658368"/>
          </a:xfrm>
          <a:prstGeom prst="roundRect">
            <a:avLst>
              <a:gd name="adj" fmla="val 12500"/>
            </a:avLst>
          </a:prstGeom>
          <a:solidFill>
            <a:srgbClr val="0A0E15"/>
          </a:solidFill>
          <a:ln w="12700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886968" y="5074920"/>
            <a:ext cx="10417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agent “doesn't work,”</a:t>
            </a: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is almost always the </a:t>
            </a:r>
            <a:r>
              <a:rPr lang="en-US" sz="15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the </a:t>
            </a:r>
            <a:r>
              <a:rPr lang="en-US" sz="15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</a:t>
            </a: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very rarely the hands.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66928" y="384048"/>
            <a:ext cx="1794053" cy="310896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566928" y="384048"/>
            <a:ext cx="17940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ENVIRONMENT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2635301" y="384048"/>
            <a:ext cx="89894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machines, two connections</a:t>
            </a:r>
            <a:endParaRPr lang="en-US" sz="2200" dirty="0"/>
          </a:p>
        </p:txBody>
      </p:sp>
      <p:pic>
        <p:nvPicPr>
          <p:cNvPr id="6" name="Image 0" descr="img/01-topo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55" y="960120"/>
            <a:ext cx="10400386" cy="5532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66928" y="384048"/>
            <a:ext cx="2386584" cy="310896"/>
          </a:xfrm>
          <a:prstGeom prst="roundRect">
            <a:avLst>
              <a:gd name="adj" fmla="val 50000"/>
            </a:avLst>
          </a:prstGeom>
          <a:solidFill>
            <a:srgbClr val="141B2B"/>
          </a:solidFill>
          <a:ln w="12700">
            <a:solidFill>
              <a:srgbClr val="6EA8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566928" y="384048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6EA8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OBVIOUS QUESTION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3227832" y="384048"/>
            <a:ext cx="83969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“Isn't this just Claude Code?”</a:t>
            </a:r>
            <a:endParaRPr lang="en-US" sz="2200" dirty="0"/>
          </a:p>
        </p:txBody>
      </p:sp>
      <p:pic>
        <p:nvPicPr>
          <p:cNvPr id="6" name="Image 0" descr="img/06-claude-code-vs-lo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2818" y="960120"/>
            <a:ext cx="9286059" cy="5532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3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123444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4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FILE I JUST USED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645920"/>
            <a:ext cx="1105783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</a:t>
            </a:r>
            <a:r>
              <a:rPr lang="en-US" sz="2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5090. </a:t>
            </a:r>
            <a:r>
              <a:rPr lang="en-US" sz="2800" b="1" dirty="0">
                <a:solidFill>
                  <a:srgbClr val="6EA8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</a:t>
            </a:r>
            <a:r>
              <a:rPr lang="en-US" sz="2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laptop.
</a:t>
            </a:r>
            <a:r>
              <a:rPr lang="en-US" sz="2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Senses</a:t>
            </a:r>
            <a:r>
              <a:rPr lang="en-US" sz="2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SearXNG. </a:t>
            </a:r>
            <a:r>
              <a:rPr lang="en-US" sz="2800" b="1" dirty="0">
                <a:solidFill>
                  <a:srgbClr val="6EA8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Personality</a:t>
            </a:r>
            <a:r>
              <a:rPr lang="en-US" sz="2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 markdown file.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66928" y="3520440"/>
            <a:ext cx="11057839" cy="1280160"/>
          </a:xfrm>
          <a:prstGeom prst="roundRect">
            <a:avLst>
              <a:gd name="adj" fmla="val 6429"/>
            </a:avLst>
          </a:prstGeom>
          <a:solidFill>
            <a:srgbClr val="0A0E15"/>
          </a:solidFill>
          <a:ln w="254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66928" y="35204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github.com/mcropsey/local-5090-llm-agent-setup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566928" y="5074920"/>
            <a:ext cx="5346040" cy="914400"/>
          </a:xfrm>
          <a:prstGeom prst="roundRect">
            <a:avLst>
              <a:gd name="adj" fmla="val 9000"/>
            </a:avLst>
          </a:prstGeom>
          <a:solidFill>
            <a:srgbClr val="141B2B"/>
          </a:solidFill>
          <a:ln w="12700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886968" y="5193792"/>
            <a:ext cx="470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runbook.md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86968" y="5504688"/>
            <a:ext cx="470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build it, phase by phase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78728" y="5074920"/>
            <a:ext cx="5346040" cy="914400"/>
          </a:xfrm>
          <a:prstGeom prst="roundRect">
            <a:avLst>
              <a:gd name="adj" fmla="val 9000"/>
            </a:avLst>
          </a:prstGeom>
          <a:solidFill>
            <a:srgbClr val="141B2B"/>
          </a:solidFill>
          <a:ln w="12700">
            <a:solidFill>
              <a:srgbClr val="273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6598768" y="5193792"/>
            <a:ext cx="470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reference.md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598768" y="5504688"/>
            <a:ext cx="470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that way, and what to do when it breaks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374</Words>
  <Application>Microsoft Macintosh PowerPoint</Application>
  <PresentationFormat>Widescreen</PresentationFormat>
  <Paragraphs>49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Local Agentic Stack</dc:title>
  <dc:subject>PptxGenJS Presentation</dc:subject>
  <dc:creator>Local Agentic Stack</dc:creator>
  <cp:lastModifiedBy>Cropsey, Michael</cp:lastModifiedBy>
  <cp:revision>2</cp:revision>
  <dcterms:created xsi:type="dcterms:W3CDTF">2026-09-01T20:29:12Z</dcterms:created>
  <dcterms:modified xsi:type="dcterms:W3CDTF">2026-09-01T20:56:44Z</dcterms:modified>
</cp:coreProperties>
</file>
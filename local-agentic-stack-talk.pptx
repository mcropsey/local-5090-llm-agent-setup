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793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your name slowly — it's on screen. Then the pitch line. Everything after this deck is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parts — read them off the screen: brain, hands, senses, personality. Then the fifth line: config.json is not a fifth part, it's the wiring that tells the hands which brain to call and which senses to expose. Come back to this slide between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machines. One HTTP call and one SSH session hold the whole thing together. MCP doesn't have to live on the laptop — it's there for convenience. LM Studio doesn't have to be LM Studio. Rocky 9 not 10 because of the Akamai sensors — ten seconds,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file that wires the four parts together. Three blocks, three questions. Only the mcp block costs tokens — the permission rules never leave the laptop. 'I decided what the agent can do ahead of time, in a file, while I was calm.' Lab caveat: don't run allow-everything in production; that's what Ansible and change control are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config.json is what it CAN do. AGENTS.md is what it WILL do. You need both. The search-order point: put the search rule at the end of AGENTS.md and the model may never reach for it. Perplexity searches first, always; ChatGPT sometimes does — same problem, and here you get to decide it. Optional 60-second live break: move the tool-access block to the bottom, restart, ask it to SSH — it refuses. Move it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this early — most of the room has used Claude Code and will make the comparison silently otherwise. Say it like this: Claude Code is the better agent — frontier model. What's different here is the brain and the hands. MCP is identical on both sides. AGENTS.md instead of CLAUDE.md. Different jobs — I use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Sets expectations before the demo: if something hiccups live, it's one of these three. Brain: 8k default context, or too many models resident in VRAM — 24 seconds for 8 tokens with four models loaded vs 65 tok/s with one. Personality: order in AGENTS.md. Senses: SearXNG ships without JSON output; the MCP gets a 403 and nothing useful. Almost never the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demos, three claims. 1: Apache on .98 — pre-verify httpd is NOT installed; if it hits an error and recovers, narrate it: that's the loop. Verify in a browser, don't take the agent's word. 2: web search — that's SearXNG doing the work. 3: RHCSA — best demo, don't rush. Ask the raw model first, it says RHEL 9; through opencode with search, current. Side by side is the whole argument in fifteen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 repo URL up for at least five seconds; pin it in the description and the first comment. Runbook to build it, reference for when it breaks, mcp-servers for turning tools on and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68680" y="1188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AGENTIC STACK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68680" y="160020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27B model on hardware I own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can log into my servers.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868680" y="3520440"/>
            <a:ext cx="10332720" cy="1143000"/>
          </a:xfrm>
          <a:prstGeom prst="roundRect">
            <a:avLst>
              <a:gd name="adj" fmla="val 6400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1207008" y="352044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SSH into my servers, search the live internet, install software and fix things — </a:t>
            </a:r>
            <a:r>
              <a:rPr lang="en-US" sz="1700" b="1" i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me approving every command. No API key. Nothing leaves my network.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5029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macOS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17520" y="5029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017520" y="5029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5090 · .194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66360" y="50292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166360" y="5029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Rocky · .101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715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Mike Cropsey  ·  github.com/mcropsey/local-5090-llm-agent-setup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1929384" cy="310896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66928" y="384048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parts. 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447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stack — mine, Claude Code, anyone's — is these same four pieces.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201168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41248" y="2240280"/>
            <a:ext cx="292608" cy="29260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41248" y="26517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01752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310128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qwen/qwen3.8-27b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Q4_K_M · 96k ctx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395020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5090 box · .194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08578" y="201168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141B2B"/>
          </a:solidFill>
          <a:ln w="15875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82898" y="2240280"/>
            <a:ext cx="292608" cy="292608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3682898" y="26517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6EA8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3682898" y="301752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682898" y="3310128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682898" y="395020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50229" y="201168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141B2B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524549" y="2240280"/>
            <a:ext cx="292608" cy="29260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524549" y="26517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SENSES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6524549" y="301752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24549" y="3310128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SearXNG via MCP,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bash, SSH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524549" y="395020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→ .101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91879" y="2011680"/>
            <a:ext cx="2532888" cy="2331720"/>
          </a:xfrm>
          <a:prstGeom prst="roundRect">
            <a:avLst>
              <a:gd name="adj" fmla="val 3137"/>
            </a:avLst>
          </a:prstGeom>
          <a:solidFill>
            <a:srgbClr val="141B2B"/>
          </a:solidFill>
          <a:ln w="1587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9366199" y="2240280"/>
            <a:ext cx="292608" cy="292608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9366199" y="265176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9366199" y="301752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366199" y="3310128"/>
            <a:ext cx="207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366199" y="395020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66928" y="4544568"/>
            <a:ext cx="8216189" cy="566928"/>
          </a:xfrm>
          <a:prstGeom prst="roundRect">
            <a:avLst>
              <a:gd name="adj" fmla="val 12903"/>
            </a:avLst>
          </a:prstGeom>
          <a:solidFill>
            <a:srgbClr val="0A0E15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 txBox="1"/>
          <p:nvPr/>
        </p:nvSpPr>
        <p:spPr>
          <a:xfrm>
            <a:off x="841248" y="4544568"/>
            <a:ext cx="775898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the wiring, not a fifth part — it tells the hands which brain to call, which senses to expose, and what needs my approval.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091879" y="4544568"/>
            <a:ext cx="2532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is not in config.json — opencode reads it separately and puts it in every prompt.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66928" y="548640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0A0E15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886968" y="5486400"/>
            <a:ext cx="10417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“doesn't work,”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 is almost always the </a:t>
            </a: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the </a:t>
            </a:r>
            <a:r>
              <a:rPr lang="en-US" sz="15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very rarely the hands.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1728216" cy="310896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66928" y="38404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ENVIRONMENT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2523744" y="384048"/>
            <a:ext cx="91010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machines, two connections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926080" y="1051560"/>
            <a:ext cx="6400800" cy="1600200"/>
          </a:xfrm>
          <a:prstGeom prst="roundRect">
            <a:avLst>
              <a:gd name="adj" fmla="val 4571"/>
            </a:avLst>
          </a:prstGeom>
          <a:solidFill>
            <a:srgbClr val="141B2B"/>
          </a:solidFill>
          <a:ln w="15875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926080" y="1051560"/>
            <a:ext cx="6400800" cy="384048"/>
          </a:xfrm>
          <a:prstGeom prst="roundRect">
            <a:avLst>
              <a:gd name="adj" fmla="val 19048"/>
            </a:avLst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154680" y="10515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3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· macOS · you sit here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155448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 CLI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config.json  ·  AGENTS.md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mcp-searxng subprocess  ·  ssh client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tools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loop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06240" y="2651760"/>
            <a:ext cx="0" cy="777240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46720" y="2651760"/>
            <a:ext cx="0" cy="777240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3434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:1234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2926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:22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97280" y="3429000"/>
            <a:ext cx="4663440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97280" y="3429000"/>
            <a:ext cx="4663440" cy="384048"/>
          </a:xfrm>
          <a:prstGeom prst="roundRect">
            <a:avLst>
              <a:gd name="adj" fmla="val 19048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325880" y="3429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3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5090 BOX · Windows · 192.168.1.194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3931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 Studio  ·  OpenAI-compatible /v1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qwen/qwen3.8-27b  ·  Q4_K_M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96k ctx  ·  FlashAttn  ·  Q8 KV cache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— has no idea your servers exist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46520" y="3429000"/>
            <a:ext cx="4663440" cy="2148840"/>
          </a:xfrm>
          <a:prstGeom prst="roundRect">
            <a:avLst>
              <a:gd name="adj" fmla="val 3404"/>
            </a:avLst>
          </a:prstGeom>
          <a:solidFill>
            <a:srgbClr val="141B2B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446520" y="3429000"/>
            <a:ext cx="4663440" cy="384048"/>
          </a:xfrm>
          <a:prstGeom prst="roundRect">
            <a:avLst>
              <a:gd name="adj" fmla="val 19048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675120" y="34290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3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hv-rocky-linux-4 · Rocky 9 · 192.168.1.101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3931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SearXNG container :8080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rootful podman (note: sudo)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search format enabled for MCP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5074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SENSES — and our config target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" y="5897880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0A0E15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86968" y="589788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contracts. 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URL to the brain (in config.json), one SSH key to the servers (in ~/.ssh). 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on the network needs to know either exists.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66928" y="3840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WIRING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config.json — one file, three blocks, three questions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447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~/.config/opencode/config.json  ·  read once at startup  ·  restart after any change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298448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brain?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" y="2834640"/>
            <a:ext cx="2971800" cy="123444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50976" y="2898648"/>
            <a:ext cx="2752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"baseURL":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"http://192.168.1.194:1234/v1"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"model":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"local5090/qwen/qwen3.8-27b"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"limit": { "context": 98304 }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limit.context must equal what LM Studio reports for the loaded model — not the number you typed in the GUI. 256 tokens too high and long sessions die with Internal Server Error.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35628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41B2B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6099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067148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067148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senses?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09948" y="2834640"/>
            <a:ext cx="2971800" cy="123444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719676" y="2898648"/>
            <a:ext cx="2752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"searxng":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"local",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"command": ["npx", "mcp-searxng"],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"enabled": true 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"noname": { "enabled": false }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"crapi":  { "enabled": false }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609948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enabled server's full tool schema rides on every request — including “what is 2×2?”. Keep on only what the session needs.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04327" y="196596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141B2B"/>
          </a:solidFill>
          <a:ln w="15875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378647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EA8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8835847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835847" y="2423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asks me?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378647" y="2834640"/>
            <a:ext cx="2971800" cy="123444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488375" y="2898648"/>
            <a:ext cx="2752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"permission": {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"bash": "ask"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378647" y="4178808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line. Every command — ssh, sudo, rm — stops for a yes. Evaluated locally by opencode; the model never sees it, so it costs 0 tokens.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6928" y="534924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0A0E15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886968" y="5349240"/>
            <a:ext cx="104177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mcp block costs tokens.  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tools → 2,155 prompt tokens.  72 tools → 10,121 and a 3.4× slower first token. Same prompt, same model.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66928" y="38404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vs TRIGGER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can do vs. what it will do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447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without a trigger sits unused. A trigger without capability gets refused. Three examples.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715768" y="1965960"/>
            <a:ext cx="4340200" cy="566928"/>
          </a:xfrm>
          <a:prstGeom prst="roundRect">
            <a:avLst>
              <a:gd name="adj" fmla="val 12903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2944368" y="1965960"/>
            <a:ext cx="397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config.json</a:t>
            </a: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what it </a:t>
            </a:r>
            <a:r>
              <a:rPr lang="en-US" sz="13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84568" y="1965960"/>
            <a:ext cx="4340200" cy="566928"/>
          </a:xfrm>
          <a:prstGeom prst="roundRect">
            <a:avLst>
              <a:gd name="adj" fmla="val 12903"/>
            </a:avLst>
          </a:prstGeom>
          <a:solidFill>
            <a:srgbClr val="141B2B"/>
          </a:solidFill>
          <a:ln w="1587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513168" y="1965960"/>
            <a:ext cx="397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what it </a:t>
            </a:r>
            <a:r>
              <a:rPr lang="en-US" sz="13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WILL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" y="2990088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69848" y="271576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15768" y="2715768"/>
            <a:ext cx="4340200" cy="868680"/>
          </a:xfrm>
          <a:prstGeom prst="roundRect">
            <a:avLst>
              <a:gd name="adj" fmla="val 842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944368" y="2715768"/>
            <a:ext cx="397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block gives it a searxng tool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84568" y="2715768"/>
            <a:ext cx="4340200" cy="868680"/>
          </a:xfrm>
          <a:prstGeom prst="roundRect">
            <a:avLst>
              <a:gd name="adj" fmla="val 842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7513168" y="2715768"/>
            <a:ext cx="397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 stating a version, port or flag — search, don’t guess.” Placed early, or it never fires.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" y="4005072"/>
            <a:ext cx="329184" cy="329184"/>
          </a:xfrm>
          <a:prstGeom prst="ellipse">
            <a:avLst/>
          </a:prstGeom>
          <a:solidFill>
            <a:srgbClr val="6EA8FE"/>
          </a:solidFill>
          <a:ln w="12700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1069848" y="373075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A8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+ sudo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715768" y="3730752"/>
            <a:ext cx="4340200" cy="868680"/>
          </a:xfrm>
          <a:prstGeom prst="roundRect">
            <a:avLst>
              <a:gd name="adj" fmla="val 842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2944368" y="3730752"/>
            <a:ext cx="397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"bash": "ask" lets it through once I approve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84568" y="3730752"/>
            <a:ext cx="4340200" cy="868680"/>
          </a:xfrm>
          <a:prstGeom prst="roundRect">
            <a:avLst>
              <a:gd name="adj" fmla="val 842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513168" y="3730752"/>
            <a:ext cx="397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shell and SSH access. Run it — don’t explain how.” First block in the file, or it refuses.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2648" y="5020056"/>
            <a:ext cx="329184" cy="3291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1069848" y="4745736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715768" y="4745736"/>
            <a:ext cx="4340200" cy="868680"/>
          </a:xfrm>
          <a:prstGeom prst="roundRect">
            <a:avLst>
              <a:gd name="adj" fmla="val 842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2944368" y="4745736"/>
            <a:ext cx="397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— there is no setting for this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284568" y="4745736"/>
            <a:ext cx="4340200" cy="868680"/>
          </a:xfrm>
          <a:prstGeom prst="roundRect">
            <a:avLst>
              <a:gd name="adj" fmla="val 842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7513168" y="4745736"/>
            <a:ext cx="397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“Only report output a tool actually returned. Verify state before claiming success.”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66928" y="5943600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0A0E15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886968" y="59436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inside AGENTS.md is load-bearing. 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weight earlier lines more. The tool-access block dropped below the search section once — and SSH silently stopped working.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66928" y="3840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OBVIOUS QUESTION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3127248" y="384048"/>
            <a:ext cx="849751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“Isn't this just Claude Code?”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00584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architecture. Different brain, different hands.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14173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used Claude Code, you already understand this stack. Every layer has an open-source counterpart.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167128" y="1874520"/>
            <a:ext cx="436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261708" y="1874520"/>
            <a:ext cx="4363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STACK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2194560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04088" y="2286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04088" y="2542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167128" y="2194560"/>
            <a:ext cx="436306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2350008" y="2286000"/>
            <a:ext cx="408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Opus / Sonnet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350008" y="2560320"/>
            <a:ext cx="408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· metered · frontier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530188" y="219456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61708" y="2194560"/>
            <a:ext cx="436306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444588" y="2286000"/>
            <a:ext cx="408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qwen/qwen3.8-27b on the 5090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444588" y="2560320"/>
            <a:ext cx="408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· free · never leaves the LAN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6928" y="2980944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704088" y="3072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" y="33284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167128" y="2980944"/>
            <a:ext cx="436306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2350008" y="3072384"/>
            <a:ext cx="408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(CLI)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2350008" y="3346704"/>
            <a:ext cx="408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bash, edit, read · permission prompts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30188" y="2980944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261708" y="2980944"/>
            <a:ext cx="436306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5875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7444588" y="3072384"/>
            <a:ext cx="408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opencode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444588" y="3346704"/>
            <a:ext cx="408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A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· permission block in config.json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66928" y="3767328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04088" y="3858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167128" y="3767328"/>
            <a:ext cx="9457639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 txBox="1"/>
          <p:nvPr/>
        </p:nvSpPr>
        <p:spPr>
          <a:xfrm>
            <a:off x="2350008" y="3858768"/>
            <a:ext cx="872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— identical on both sides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2350008" y="4133088"/>
            <a:ext cx="90918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MCP server you write for one works unchanged in the other. This is the part that is a standard.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66928" y="4553712"/>
            <a:ext cx="137160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2700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704088" y="4645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04088" y="49011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2167128" y="4553712"/>
            <a:ext cx="436306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 txBox="1"/>
          <p:nvPr/>
        </p:nvSpPr>
        <p:spPr>
          <a:xfrm>
            <a:off x="2350008" y="4645152"/>
            <a:ext cx="408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350008" y="4919472"/>
            <a:ext cx="408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less · bigger model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530188" y="4553712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261708" y="4553712"/>
            <a:ext cx="4363060" cy="658368"/>
          </a:xfrm>
          <a:prstGeom prst="roundRect">
            <a:avLst>
              <a:gd name="adj" fmla="val 11111"/>
            </a:avLst>
          </a:prstGeom>
          <a:solidFill>
            <a:srgbClr val="141B2B"/>
          </a:solidFill>
          <a:ln w="1587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 txBox="1"/>
          <p:nvPr/>
        </p:nvSpPr>
        <p:spPr>
          <a:xfrm>
            <a:off x="7444588" y="4645152"/>
            <a:ext cx="408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444588" y="4919472"/>
            <a:ext cx="4088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load-bearing · smaller model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66928" y="550468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0A0E15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 txBox="1"/>
          <p:nvPr/>
        </p:nvSpPr>
        <p:spPr>
          <a:xfrm>
            <a:off x="886968" y="5504688"/>
            <a:ext cx="1041775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trade.  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more capable and needs far less hand-holding. This runs on hardware you own, on data that never leaves your network, at zero marginal cost — and the skills transfer in both directions. Different jobs. I use both.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66928" y="3840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DEMO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breaks, it's one of three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447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outage on this stack, sorted by the part that caused it. None of them were opencode.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196596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41248" y="2221992"/>
            <a:ext cx="274320" cy="2743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252728" y="2221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and VRAM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1089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defaults to 8k context — the agent dies on anything past a trivial ask. Two models resident on a 32 GB card spill to CPU: 24 s for 8 tokens instead of 65 tok/s. Looks exactly like “opencode is hanging.”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41248" y="4572000"/>
            <a:ext cx="2971800" cy="54864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50976" y="457200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96k ctx · FlashAttn · Q8 KV · one model loaded · JIT off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35628" y="196596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41B2B"/>
          </a:solidFill>
          <a:ln w="15875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609948" y="2221992"/>
            <a:ext cx="274320" cy="27432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021428" y="2221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609948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in the file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609948" y="31089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tool-access block slid below the search rules. Nothing else changed. The model started saying “I can’t access external systems — here’s what to run yourself.”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09948" y="4572000"/>
            <a:ext cx="2971800" cy="54864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4719676" y="457200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CRITICAL block first in AGENTS.md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104327" y="1965960"/>
            <a:ext cx="3520440" cy="3337560"/>
          </a:xfrm>
          <a:prstGeom prst="roundRect">
            <a:avLst>
              <a:gd name="adj" fmla="val 2192"/>
            </a:avLst>
          </a:prstGeom>
          <a:solidFill>
            <a:srgbClr val="141B2B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378647" y="2221992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8790127" y="2221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378647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off by default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378647" y="31089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SearXNG ships HTML-only. The MCP asks for JSON, gets a 403, and reports nothing useful. Every downstream search problem traced back here.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378647" y="4572000"/>
            <a:ext cx="2971800" cy="54864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8488375" y="457200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formats: [html, json] in settings.yml · verify with curl first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66928" y="5623560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0A0E15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886968" y="562356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almost never hanging. 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waiting on the model. Check the 5090 before you touch the config.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66928" y="384048"/>
            <a:ext cx="2734056" cy="310896"/>
          </a:xfrm>
          <a:prstGeom prst="roundRect">
            <a:avLst>
              <a:gd name="adj" fmla="val 50000"/>
            </a:avLst>
          </a:prstGeom>
          <a:solidFill>
            <a:srgbClr val="141B2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66928" y="384048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ABOUT TO SEE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86384"/>
            <a:ext cx="110578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demos, three claims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4447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proves a different part of the stack. Watch for the permission prompt — every command stops for a yes.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66928" y="196596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141B2B"/>
          </a:solidFill>
          <a:ln w="15875">
            <a:solidFill>
              <a:srgbClr val="6EA8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4124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6EA8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1389888" y="22219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act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41248" y="2834640"/>
            <a:ext cx="2971800" cy="73152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50976" y="2834640"/>
            <a:ext cx="2752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Log in to 192.168.1.98 and install Apache.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in, dnf install, start the service, verify. If it hits an error it reads the result and adjusts — same loop as Claude Code.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A8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proves: hands + permission gate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35628" y="196596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141B2B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609948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158588" y="22219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see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609948" y="2834640"/>
            <a:ext cx="2971800" cy="73152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4719676" y="2834640"/>
            <a:ext cx="2752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Search the web for the latest news about API security events.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609948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calls the searxng tool; SearXNG fans out to real engines and returns JSON. No API key, nothing leaves the LAN.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609948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proves: senses via MCP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104327" y="1965960"/>
            <a:ext cx="3520440" cy="3429000"/>
          </a:xfrm>
          <a:prstGeom prst="roundRect">
            <a:avLst>
              <a:gd name="adj" fmla="val 2133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8378647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927287" y="22219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knows it's stale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8378647" y="2834640"/>
            <a:ext cx="2971800" cy="731520"/>
          </a:xfrm>
          <a:prstGeom prst="rect">
            <a:avLst/>
          </a:prstGeom>
          <a:solidFill>
            <a:srgbClr val="0A0E15"/>
          </a:solidFill>
          <a:ln w="952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8488375" y="2834640"/>
            <a:ext cx="2752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What are the requirements for the most recent RHCSA exam?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378647" y="37033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model: answers from its training cutoff. Through opencode with search: current. Same brain, different senses.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378647" y="4937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proves: personality tells it when to search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" y="5715000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0A0E15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886968" y="5715000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take its word for it. 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demo we check — a browser, a curl, a podman ps. Small models over-claim; the habit worth modeling is verifying.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66928" y="82296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FILE I JUST USED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188720"/>
            <a:ext cx="11057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</a:t>
            </a: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5090.  </a:t>
            </a:r>
            <a:r>
              <a:rPr lang="en-US" sz="2400" b="1" dirty="0">
                <a:solidFill>
                  <a:srgbClr val="6EA8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</a:t>
            </a: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laptop.
</a:t>
            </a:r>
            <a:r>
              <a:rPr lang="en-US" sz="2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Senses</a:t>
            </a: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SearXNG.  </a:t>
            </a:r>
            <a:r>
              <a:rPr lang="en-US" sz="24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</a:t>
            </a: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 markdown file.
Wiring in one config.json.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66928" y="3063240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141B2B"/>
          </a:solidFill>
          <a:ln w="15875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66928" y="306324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github.com/mcropsey/local-5090-llm-agent-setup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66928" y="43891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1B2B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41248" y="45262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runbook.md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846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it, phase by phase — including the full config.json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5628" y="43891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1B2B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609948" y="45262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EA8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reference.md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609948" y="4846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that way, and the failure map for when it breaks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04327" y="438912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41B2B"/>
          </a:solidFill>
          <a:ln w="15875">
            <a:solidFill>
              <a:srgbClr val="273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378647" y="45262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mcp-servers.md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378647" y="48463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senses on and off, and what each one costs per request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585216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Mike Cropsey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2106</Words>
  <Application>Microsoft Macintosh PowerPoint</Application>
  <PresentationFormat>Widescreen</PresentationFormat>
  <Paragraphs>194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Cropsey, Michael</cp:lastModifiedBy>
  <cp:revision>2</cp:revision>
  <dcterms:created xsi:type="dcterms:W3CDTF">2026-09-14T20:07:23Z</dcterms:created>
  <dcterms:modified xsi:type="dcterms:W3CDTF">2026-09-14T20:12:52Z</dcterms:modified>
</cp:coreProperties>
</file>